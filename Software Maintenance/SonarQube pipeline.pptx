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Playfair Display Semi Bold"/>
      <p:regular r:id="rId9"/>
    </p:embeddedFont>
    <p:embeddedFont>
      <p:font typeface="Playfair Display Semi Bold"/>
      <p:regular r:id="rId10"/>
    </p:embeddedFont>
    <p:embeddedFont>
      <p:font typeface="Playfair Display Semi Bold"/>
      <p:regular r:id="rId11"/>
    </p:embeddedFont>
    <p:embeddedFont>
      <p:font typeface="Playfair Display Semi Bold"/>
      <p:regular r:id="rId12"/>
    </p:embeddedFont>
    <p:embeddedFont>
      <p:font typeface="Public Sans"/>
      <p:regular r:id="rId13"/>
    </p:embeddedFont>
    <p:embeddedFont>
      <p:font typeface="Public Sans"/>
      <p:regular r:id="rId14"/>
    </p:embeddedFont>
    <p:embeddedFont>
      <p:font typeface="Public Sans"/>
      <p:regular r:id="rId15"/>
    </p:embeddedFont>
    <p:embeddedFont>
      <p:font typeface="Public Sans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80392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Four Pillars of Code Excellence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0DEDC"/>
          </a:solidFill>
          <a:ln w="7620">
            <a:solidFill>
              <a:srgbClr val="E1C2C2"/>
            </a:solidFill>
            <a:prstDash val="solid"/>
          </a:ln>
          <a:effectLst>
            <a:outerShdw sx="100000" sy="100000" kx="0" ky="0" algn="bl" rotWithShape="0" blurRad="0" dist="20320" dir="2700000">
              <a:srgbClr val="e1c2c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1C2C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Code Quality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Ensure all code—AI-generated or human-written—meets highest standards.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0DEDC"/>
          </a:solidFill>
          <a:ln w="7620">
            <a:solidFill>
              <a:srgbClr val="BE7C7B"/>
            </a:solidFill>
            <a:prstDash val="solid"/>
          </a:ln>
          <a:effectLst>
            <a:outerShdw sx="100000" sy="100000" kx="0" ky="0" algn="bl" rotWithShape="0" blurRad="0" dist="20320" dir="2700000">
              <a:srgbClr val="be7c7b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E7C7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Code Security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Detect security risks within your code and from open source dependencies.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0DEDC"/>
          </a:solidFill>
          <a:ln w="7620">
            <a:solidFill>
              <a:srgbClr val="BCB4DC"/>
            </a:solidFill>
            <a:prstDash val="solid"/>
          </a:ln>
          <a:effectLst>
            <a:outerShdw sx="100000" sy="100000" kx="0" ky="0" algn="bl" rotWithShape="0" blurRad="0" dist="20320" dir="2700000">
              <a:srgbClr val="bcb4dc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CB4D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Code Remediation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Fix issues quickly and modernize older code with AI assistance.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0DEDC"/>
          </a:solidFill>
          <a:ln w="7620">
            <a:solidFill>
              <a:srgbClr val="E2F0F3"/>
            </a:solidFill>
            <a:prstDash val="solid"/>
          </a:ln>
          <a:effectLst>
            <a:outerShdw sx="100000" sy="100000" kx="0" ky="0" algn="bl" rotWithShape="0" blurRad="0" dist="20320" dir="2700000">
              <a:srgbClr val="e2f0f3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2F0F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Code Orchestration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Protect your next-gen SDLC with trusted monitors and controls.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508"/>
            <a:ext cx="77664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SonarQube Pipeline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55915"/>
            <a:ext cx="13042821" cy="4280059"/>
          </a:xfrm>
          <a:prstGeom prst="roundRect">
            <a:avLst>
              <a:gd name="adj" fmla="val 222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6353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270724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Stage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70724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Purpose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70724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Tools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213854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33575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Checkout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335756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Fetch latest source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33575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Git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864173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00788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Build/Test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00788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Compile &amp; run unit tests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00788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npm, Maven, Gradle, etc.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514493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465820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465820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Static code analysis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465820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SonarScanner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16481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9653" y="530852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Quality Gate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530852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Enforce quality/security rules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530852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SonarQube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815132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9653" y="595884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595884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metrics, fix issues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5958840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SonarQube dashboard, VS Code (SonarLint)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2025-11-10T04:49:22Z</dcterms:created>
  <dcterms:modified xsi:type="dcterms:W3CDTF">2025-11-10T04:49:22Z</dcterms:modified>
</cp:coreProperties>
</file>